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7E9A8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tmp/report_assets/icons/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9116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 MÔN HỌC · KỸ THUẬT LẬP TRÌNH PYTHON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9601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UrbanLease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đăng tin và tìm kiếm nhà cho thuê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Housing Platform — FastAPI · PostgreSQL · MinIO · Next.js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6035040" cy="1874520"/>
          </a:xfrm>
          <a:prstGeom prst="roundRect">
            <a:avLst>
              <a:gd name="adj" fmla="val 4878"/>
            </a:avLst>
          </a:prstGeom>
          <a:solidFill>
            <a:srgbClr val="47353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462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SINH VIÊN THỰC HIỆN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7316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 Minh Hải — 25410197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Minh Anh — 25410173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&lt;Họ và tên&gt; — 25410323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&lt;Họ và tên&gt; — &lt;MSSV&gt;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phụ trách: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&lt;Tên giảng viên&gt;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0" y="6355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9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&amp; Mục tiêu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tmp/report_assets/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thực tế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thuê nhà chủ yếu qua mạng xã hội, môi giới truyền miệng — thiếu tập trung.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tìm nhà khó tìm kiếm, lọc tin theo khu vực, giá, diện tích một cách hiệu quả.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đăng thiếu cơ chế kiểm duyệt, dễ tồn tại thông tin sai lệch, trùng lặp.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57400"/>
            <a:ext cx="658368" cy="658368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11" name="Image 1" descr="/tmp/report_assets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576" y="22285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đồ án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nền tảng web cho thuê nhà hoàn chỉnh: đăng tin, tìm kiếm, duyệt tin, thống kê.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bạch kiến trúc backend/frontend, có quy trình Git rõ ràng theo nhánh tính năng.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đúng và đủ 3 nhóm đối tượng: khách, người dùng, quản trị viên.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tượng người dùng &amp; phạm vi chức năng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103120"/>
            <a:ext cx="777240" cy="777240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6" name="Image 0" descr="/tmp/report_assets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32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đăng nhập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tin đăng mới nhất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theo tên, địa chỉ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tỉnh/quận, giá, diện tích, loại hình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tin đăng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10312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tmp/report_assets/icons/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02" y="23052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389120" y="3364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đăng nhập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79476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quyền của khách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/ sửa / ẩn / xóa tin cho thuê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tin của mình, lưu tin yêu thích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liên hệ người đăng, đổi mật khẩu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0" y="2103120"/>
            <a:ext cx="777240" cy="777240"/>
          </a:xfrm>
          <a:prstGeom prst="ellipse">
            <a:avLst/>
          </a:prstGeom>
          <a:solidFill>
            <a:srgbClr val="3B2B26"/>
          </a:solidFill>
          <a:ln/>
        </p:spPr>
      </p:sp>
      <p:pic>
        <p:nvPicPr>
          <p:cNvPr id="18" name="Image 2" descr="/tmp/report_assets/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282" y="230520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viên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29600" y="3364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549640" y="379476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(khóa/mở khóa)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hoặc khóa tin đăng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loại bất động sản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hệ thống, xử lý báo cáo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2598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tmp/report_assets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SQLAlchemy, Alembic, Pydantic, JWT, pytest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125980"/>
            <a:ext cx="685800" cy="685800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11" name="Image 1" descr="/tmp/report_assets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sở dữ liệu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500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726180"/>
            <a:ext cx="685800" cy="685800"/>
          </a:xfrm>
          <a:prstGeom prst="ellipse">
            <a:avLst/>
          </a:prstGeom>
          <a:solidFill>
            <a:srgbClr val="3B2B26"/>
          </a:solidFill>
          <a:ln/>
        </p:spPr>
      </p:sp>
      <p:pic>
        <p:nvPicPr>
          <p:cNvPr id="16" name="Image 2" descr="/tmp/report_assets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9044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trữ ảnh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9502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— object storage tương thích S3 API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611112" y="372618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/tmp/report_assets/icons/lap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39044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9502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Router), React 19, TypeScript, Mantine 9, Zod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5326380"/>
            <a:ext cx="685800" cy="685800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26" name="Image 4" descr="/tmp/report_assets/icons/dock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5046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166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 tầng &amp; triển khai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55504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Docker Compose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49834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/>
        </p:spPr>
      </p:sp>
      <p:sp>
        <p:nvSpPr>
          <p:cNvPr id="30" name="Shape 23"/>
          <p:cNvSpPr/>
          <p:nvPr/>
        </p:nvSpPr>
        <p:spPr>
          <a:xfrm>
            <a:off x="6611112" y="5326380"/>
            <a:ext cx="685800" cy="685800"/>
          </a:xfrm>
          <a:prstGeom prst="ellipse">
            <a:avLst/>
          </a:prstGeom>
          <a:solidFill>
            <a:srgbClr val="3B2B26"/>
          </a:solidFill>
          <a:ln/>
        </p:spPr>
      </p:sp>
      <p:pic>
        <p:nvPicPr>
          <p:cNvPr id="31" name="Image 5" descr="/tmp/report_assets/icons/bran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9420" y="55046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166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mã nguồn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5504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— Pull Request theo nhánh tính năng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F7F5F2"/>
          </a:solidFill>
          <a:ln/>
        </p:spPr>
      </p:sp>
      <p:pic>
        <p:nvPicPr>
          <p:cNvPr id="5" name="Image 0" descr="/tmp/report_assets/kien_tr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1678"/>
            <a:ext cx="6675120" cy="45776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client-server 3 tầng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37744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gọi frontend Next.js qua HTTPS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gọi backend FastAPI qua REST API (JSON)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đọc/ghi dữ liệu ở PostgreSQL qua SQLAlchemy (ORM)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tin đăng lưu ở MinIO qua giao thức tương thích S3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backend, PostgreSQL, MinIO đóng gói bằng Docker Compose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cơ sở dữ liệu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F7F5F2"/>
          </a:solidFill>
          <a:ln/>
        </p:spPr>
      </p:sp>
      <p:pic>
        <p:nvPicPr>
          <p:cNvPr id="5" name="Image 0" descr="/tmp/report_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3598"/>
            <a:ext cx="6675120" cy="45338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thể trung tâm: Tin đăng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37744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TinDang liên kết NguoiDung, LoaiBatDongSan và cây địa chỉ Tỉnh–Quận–Phường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AnhThuVien / HinhAnhTinDang — ảnh tin đăng lưu ở MinIO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YeuThich — quan hệ nhiều-nhiều người dùng ↔ tin đăng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BaoCao — báo cáo tin đăng sai phạm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BaiViet — bài viết tin tức thị trường (module bổ sung)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chính — Khách &amp; Người dùng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6" name="Image 0" descr="/tmp/report_assets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chưa đăng nhập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hiển thị tin đăng mới nhất đã duyệt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theo tên / địa chỉ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tỉnh/quận, khoảng giá, diện tích, loại hình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chi tiết hiển thị đầy đủ thông tin tin đăng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tmp/report_assets/icons/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576" y="22285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đã đăng nhập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tin kèm nhiều ảnh (thư viện ảnh lưu ở MinIO)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/ xóa tin của mình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tin yêu thích, xem liên hệ người đăng khác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tài khoản: sửa hồ sơ, đổi mật khẩu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chính — Quản trị viên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3B2B26"/>
          </a:solidFill>
          <a:ln/>
        </p:spPr>
      </p:sp>
      <p:pic>
        <p:nvPicPr>
          <p:cNvPr id="6" name="Image 0" descr="/tmp/report_assets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nội dung &amp; người dùng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hoặc khóa tin đăng trước khi hiển thị công khai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tin đăng bị người dùng báo cáo sai phạm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 người dùng: khóa / mở khóa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loại bất động sản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tmp/report_assets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576" y="22285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842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hệ thống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tổng quan: số lượng tin đăng, người dùng, tin chờ duyệt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hoạt động hệ thống theo thời gian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làm cơ sở kiểm duyệt và ra quyết định quản lý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bổ sung — Điểm cộng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6" name="Image 0" descr="/tmp/report_assets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phân tích giá thuê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thuê trung bình theo khu vực / loại nhà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thuê trung bình theo m²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giá thuê, khu vực có nhiều tin đăng nhất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người dùng ra quyết định thuê / cho thuê hợp lý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57400"/>
            <a:ext cx="658368" cy="658368"/>
          </a:xfrm>
          <a:prstGeom prst="ellipse">
            <a:avLst/>
          </a:prstGeom>
          <a:solidFill>
            <a:srgbClr val="3B2B26"/>
          </a:solidFill>
          <a:ln/>
        </p:spPr>
      </p:sp>
      <p:pic>
        <p:nvPicPr>
          <p:cNvPr id="11" name="Image 1" descr="/tmp/report_assets/icons/newspap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576" y="22285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842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 tức thị trường (CMS)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260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soạn bài viết bằng trình soạn thảo rich-text, chọn ảnh bìa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nháp hoặc đăng ngay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HTML được sanitize phía server (nh3) chống XSS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— kể cả khách — xem danh sách và đọc bài viết công khai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943600" cy="5943600"/>
          </a:xfrm>
          <a:prstGeom prst="ellipse">
            <a:avLst/>
          </a:prstGeom>
          <a:solidFill>
            <a:srgbClr val="B85042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840480"/>
            <a:ext cx="5029200" cy="5029200"/>
          </a:xfrm>
          <a:prstGeom prst="ellipse">
            <a:avLst/>
          </a:prstGeom>
          <a:solidFill>
            <a:srgbClr val="7E9A8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7E9A8B"/>
          </a:solidFill>
          <a:ln/>
        </p:spPr>
      </p:sp>
      <p:pic>
        <p:nvPicPr>
          <p:cNvPr id="5" name="Image 0" descr="/tmp/report_asset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hoàn chỉnh nền tảng UrbanLease — đáp ứng đủ 3 nhóm chức năng: khách, người dùng, quản trị viên.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kiến trúc client-server rõ ràng (FastAPI + Next.js), thiết kế CSDL quan hệ hợp lý, xác thực/phân quyền chặt chẽ.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dashboard phân tích giá thuê (điểm cộng) và module Tin tức thị trường để tăng tính hoàn thiện sản phẩm.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3 nhóm chức năng bắt buộc và 2 module bổ sung đã hoàn thiện, sẵn sàng demo trực tiếp.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503920" y="42062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473530"/>
          </a:solidFill>
          <a:ln/>
        </p:spPr>
      </p:sp>
      <p:sp>
        <p:nvSpPr>
          <p:cNvPr id="9" name="Shape 6"/>
          <p:cNvSpPr/>
          <p:nvPr/>
        </p:nvSpPr>
        <p:spPr>
          <a:xfrm>
            <a:off x="9555480" y="443484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/tmp/report_assets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46250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0" y="5257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các bạn!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5806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UrbanLease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2026-08-31T03:50:27Z</dcterms:created>
  <dcterms:modified xsi:type="dcterms:W3CDTF">2026-08-31T03:50:27Z</dcterms:modified>
</cp:coreProperties>
</file>